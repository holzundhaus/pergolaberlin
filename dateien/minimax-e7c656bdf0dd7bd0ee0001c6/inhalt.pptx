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pergolaberlin.blogspot.com/2026/10/holzpergola-sonnensegel-markise-oder.html" TargetMode="External"/><Relationship Id="rId3" Type="http://schemas.openxmlformats.org/officeDocument/2006/relationships/hyperlink" Target="https://holzundhaus.github.io/pergolaberlin/dateien/minimax-e7c656bdf0dd7bd0ee0001c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Holzpergola, Sonnensegel, Markise oder Rankgerüst: Welche Beschattung passt zu welchem Standort? · Erklärende Präsentation</a:t>
            </a:r>
          </a:p>
        </p:txBody>
      </p:sp>
      <p:sp>
        <p:nvSpPr>
          <p:cNvPr id="3" name="Content Placeholder 2"/>
          <p:cNvSpPr>
            <a:spLocks noGrp="1"/>
          </p:cNvSpPr>
          <p:nvPr>
            <p:ph idx="1"/>
          </p:nvPr>
        </p:nvSpPr>
        <p:spPr/>
        <p:txBody>
          <a:bodyPr/>
          <a:lstStyle/>
          <a:p>
            <a:r>
              <a:t>Überblick: Bei der Gestaltung eines schattigen Außenbereichs stehen Holzpergola, Sonnensegel, Markise und Rankgerüst zur Auswahl. Sie wirken auf den ersten Blick ähnlich, erfüllen aber unterschiedliche Aufgaben: Die einen strukturieren einen Sitzplatz und bieten Rankhilfe, die anderen konzentrieren Schatten auf einer bestimmten Fläche. Welche Lösung sinnvoll ist, hängt vor allem von Standort, Nutzung, gewünschtem Witterungsschutz und pflegerischem Aufwand ab. Dieser Leitfaden stellt die Optionen anhand konkreter Entscheidungsfragen gegenüber und zeigt, worauf bei der Planung in Berlin und Umgebung besonders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lässt sich Fehlplanung vermeiden?</a:t>
            </a:r>
          </a:p>
        </p:txBody>
      </p:sp>
      <p:sp>
        <p:nvSpPr>
          <p:cNvPr id="3" name="Content Placeholder 2"/>
          <p:cNvSpPr>
            <a:spLocks noGrp="1"/>
          </p:cNvSpPr>
          <p:nvPr>
            <p:ph idx="1"/>
          </p:nvPr>
        </p:nvSpPr>
        <p:spPr/>
        <p:txBody>
          <a:bodyPr/>
          <a:lstStyle/>
          <a:p>
            <a:pPr>
              <a:defRPr sz="1800"/>
            </a:pPr>
            <a:r>
              <a:t>Eine belastbare Entscheidung beginnt mit den wichtigsten Angaben zum Projekt: Breite und Tiefe des Bereichs, Lage am Haus, vorhandene Befestigungsmöglichkeiten, Bodenbeschaffenheit, gewünschte Nutzung und die Bedeutung von Schatten, Ranken oder Witterungsschutz. Diese Angaben zeigen, welche Lösung tatsächlich zum Standort passt. Wird eine offene Pergola gewählt, sollte anschließend festgelegt werden, ob sie nur als Gerüst dienen oder später durch Stoff, Glas oder eine feste Eindeckung ergänzt werden soll. Für eine windoffene Lage spielen außerdem Befestigung, Spannung und Aussteifung eine zentrale Rolle. Wer diese Punkte klärt, kann Aufwand 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lässt sich Fehlplanung vermeiden?</a:t>
            </a:r>
          </a:p>
        </p:txBody>
      </p:sp>
      <p:sp>
        <p:nvSpPr>
          <p:cNvPr id="3" name="Content Placeholder 2"/>
          <p:cNvSpPr>
            <a:spLocks noGrp="1"/>
          </p:cNvSpPr>
          <p:nvPr>
            <p:ph idx="1"/>
          </p:nvPr>
        </p:nvSpPr>
        <p:spPr/>
        <p:txBody>
          <a:bodyPr/>
          <a:lstStyle/>
          <a:p>
            <a:pPr>
              <a:defRPr sz="1800"/>
            </a:pPr>
            <a:r>
              <a:t>nd Funktionen besser einschätzen und vermeidet, eine Konstruktion nachträglich umzubauen. Der passende Ratgeber zur Auswahl der Beschattung unterstützt dabei, die vier Lösungen anhand des eigenen Standorts statt anhand allgemeiner Produktversprechen zu vergleichen.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Holzpergola, Sonnensegel, Markise oder Rankgerüst: Welche Beschattung passt zu welchem Standort?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